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R²</c:v>
                </c:pt>
              </c:strCache>
            </c:strRef>
          </c:tx>
          <c:spPr>
            <a:solidFill>
              <a:srgbClr val="16233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19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
Regression</c:v>
                  </c:pt>
                  <c:pt idx="1">
                    <c:v>Random
Forest</c:v>
                  </c:pt>
                  <c:pt idx="2">
                    <c:v>Gradient
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0.618</c:v>
                </c:pt>
                <c:pt idx="1">
                  <c:v>0.573</c:v>
                </c:pt>
                <c:pt idx="2">
                  <c:v>0.569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619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9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C9A24B"/>
            </a:solidFill>
            <a:ln>
              <a:noFill/>
            </a:ln>
            <a:effectLst/>
          </c:spPr>
          <c:marker>
            <c:symbol val="circle"/>
            <c:size val="4"/>
            <c:spPr>
              <a:solidFill>
                <a:srgbClr val="C9A24B"/>
              </a:solidFill>
              <a:ln w="9525" cap="flat">
                <a:solidFill>
                  <a:srgbClr val="C9A24B"/>
                </a:solidFill>
                <a:prstDash val="solid"/>
                <a:round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71.8</c:v>
                </c:pt>
                <c:pt idx="1">
                  <c:v>66.6</c:v>
                </c:pt>
                <c:pt idx="2">
                  <c:v>62.9</c:v>
                </c:pt>
                <c:pt idx="3">
                  <c:v>95.2</c:v>
                </c:pt>
                <c:pt idx="4">
                  <c:v>90.2</c:v>
                </c:pt>
                <c:pt idx="5">
                  <c:v>63.6</c:v>
                </c:pt>
                <c:pt idx="6">
                  <c:v>96.8</c:v>
                </c:pt>
                <c:pt idx="7">
                  <c:v>77.9</c:v>
                </c:pt>
                <c:pt idx="8">
                  <c:v>66.5</c:v>
                </c:pt>
                <c:pt idx="9">
                  <c:v>59.7</c:v>
                </c:pt>
                <c:pt idx="10">
                  <c:v>88.4</c:v>
                </c:pt>
                <c:pt idx="11">
                  <c:v>71.9</c:v>
                </c:pt>
                <c:pt idx="12">
                  <c:v>100</c:v>
                </c:pt>
                <c:pt idx="13">
                  <c:v>77.9</c:v>
                </c:pt>
                <c:pt idx="14">
                  <c:v>77.3</c:v>
                </c:pt>
                <c:pt idx="15">
                  <c:v>68.8</c:v>
                </c:pt>
                <c:pt idx="16">
                  <c:v>81.1</c:v>
                </c:pt>
                <c:pt idx="17">
                  <c:v>94.4</c:v>
                </c:pt>
                <c:pt idx="18">
                  <c:v>74</c:v>
                </c:pt>
                <c:pt idx="19">
                  <c:v>80.7</c:v>
                </c:pt>
                <c:pt idx="20">
                  <c:v>85.2</c:v>
                </c:pt>
                <c:pt idx="21">
                  <c:v>79.2</c:v>
                </c:pt>
                <c:pt idx="22">
                  <c:v>82.8</c:v>
                </c:pt>
                <c:pt idx="23">
                  <c:v>96.4</c:v>
                </c:pt>
                <c:pt idx="24">
                  <c:v>81.2</c:v>
                </c:pt>
                <c:pt idx="25">
                  <c:v>85.7</c:v>
                </c:pt>
                <c:pt idx="26">
                  <c:v>66.3</c:v>
                </c:pt>
                <c:pt idx="27">
                  <c:v>81.8</c:v>
                </c:pt>
                <c:pt idx="28">
                  <c:v>73.3</c:v>
                </c:pt>
                <c:pt idx="29">
                  <c:v>85.8</c:v>
                </c:pt>
                <c:pt idx="30">
                  <c:v>87.2</c:v>
                </c:pt>
                <c:pt idx="31">
                  <c:v>80.2</c:v>
                </c:pt>
                <c:pt idx="32">
                  <c:v>79.3</c:v>
                </c:pt>
                <c:pt idx="33">
                  <c:v>99.6</c:v>
                </c:pt>
                <c:pt idx="34">
                  <c:v>80.2</c:v>
                </c:pt>
                <c:pt idx="35">
                  <c:v>87.3</c:v>
                </c:pt>
                <c:pt idx="36">
                  <c:v>74.4</c:v>
                </c:pt>
                <c:pt idx="37">
                  <c:v>84.6</c:v>
                </c:pt>
                <c:pt idx="38">
                  <c:v>80.7</c:v>
                </c:pt>
                <c:pt idx="39">
                  <c:v>89.5</c:v>
                </c:pt>
                <c:pt idx="40">
                  <c:v>63.7</c:v>
                </c:pt>
                <c:pt idx="41">
                  <c:v>87.4</c:v>
                </c:pt>
                <c:pt idx="42">
                  <c:v>100</c:v>
                </c:pt>
                <c:pt idx="43">
                  <c:v>67.9</c:v>
                </c:pt>
                <c:pt idx="44">
                  <c:v>82.3</c:v>
                </c:pt>
                <c:pt idx="45">
                  <c:v>88.3</c:v>
                </c:pt>
                <c:pt idx="46">
                  <c:v>71.2</c:v>
                </c:pt>
                <c:pt idx="47">
                  <c:v>95.1</c:v>
                </c:pt>
                <c:pt idx="48">
                  <c:v>100</c:v>
                </c:pt>
                <c:pt idx="49">
                  <c:v>88.7</c:v>
                </c:pt>
                <c:pt idx="50">
                  <c:v>63.3</c:v>
                </c:pt>
                <c:pt idx="51">
                  <c:v>85.6</c:v>
                </c:pt>
                <c:pt idx="52">
                  <c:v>79.7</c:v>
                </c:pt>
                <c:pt idx="53">
                  <c:v>83.3</c:v>
                </c:pt>
                <c:pt idx="54">
                  <c:v>71.2</c:v>
                </c:pt>
                <c:pt idx="55">
                  <c:v>82.4</c:v>
                </c:pt>
                <c:pt idx="56">
                  <c:v>79.1</c:v>
                </c:pt>
                <c:pt idx="57">
                  <c:v>68.9</c:v>
                </c:pt>
                <c:pt idx="58">
                  <c:v>71.5</c:v>
                </c:pt>
                <c:pt idx="59">
                  <c:v>65.4</c:v>
                </c:pt>
                <c:pt idx="60">
                  <c:v>70.9</c:v>
                </c:pt>
                <c:pt idx="61">
                  <c:v>99.8</c:v>
                </c:pt>
                <c:pt idx="62">
                  <c:v>88.8</c:v>
                </c:pt>
                <c:pt idx="63">
                  <c:v>73.1</c:v>
                </c:pt>
                <c:pt idx="64">
                  <c:v>80.9</c:v>
                </c:pt>
                <c:pt idx="65">
                  <c:v>92.2</c:v>
                </c:pt>
                <c:pt idx="66">
                  <c:v>94.2</c:v>
                </c:pt>
                <c:pt idx="67">
                  <c:v>80.3</c:v>
                </c:pt>
                <c:pt idx="68">
                  <c:v>79.6</c:v>
                </c:pt>
                <c:pt idx="69">
                  <c:v>91.8</c:v>
                </c:pt>
                <c:pt idx="70">
                  <c:v>74</c:v>
                </c:pt>
                <c:pt idx="71">
                  <c:v>82.1</c:v>
                </c:pt>
                <c:pt idx="72">
                  <c:v>89</c:v>
                </c:pt>
                <c:pt idx="73">
                  <c:v>94</c:v>
                </c:pt>
                <c:pt idx="74">
                  <c:v>84.5</c:v>
                </c:pt>
                <c:pt idx="75">
                  <c:v>74.1</c:v>
                </c:pt>
                <c:pt idx="76">
                  <c:v>88</c:v>
                </c:pt>
                <c:pt idx="77">
                  <c:v>91.6</c:v>
                </c:pt>
                <c:pt idx="78">
                  <c:v>72.2</c:v>
                </c:pt>
                <c:pt idx="79">
                  <c:v>72.8</c:v>
                </c:pt>
                <c:pt idx="80">
                  <c:v>84.1</c:v>
                </c:pt>
                <c:pt idx="81">
                  <c:v>67.8</c:v>
                </c:pt>
                <c:pt idx="82">
                  <c:v>76.4</c:v>
                </c:pt>
                <c:pt idx="83">
                  <c:v>79.2</c:v>
                </c:pt>
                <c:pt idx="84">
                  <c:v>84.2</c:v>
                </c:pt>
                <c:pt idx="85">
                  <c:v>100</c:v>
                </c:pt>
                <c:pt idx="86">
                  <c:v>82.2</c:v>
                </c:pt>
                <c:pt idx="87">
                  <c:v>91.9</c:v>
                </c:pt>
                <c:pt idx="88">
                  <c:v>67.2</c:v>
                </c:pt>
                <c:pt idx="89">
                  <c:v>82.6</c:v>
                </c:pt>
                <c:pt idx="90">
                  <c:v>76.8</c:v>
                </c:pt>
                <c:pt idx="91">
                  <c:v>82</c:v>
                </c:pt>
                <c:pt idx="92">
                  <c:v>84.9</c:v>
                </c:pt>
                <c:pt idx="93">
                  <c:v>86.8</c:v>
                </c:pt>
                <c:pt idx="94">
                  <c:v>96.8</c:v>
                </c:pt>
                <c:pt idx="95">
                  <c:v>100</c:v>
                </c:pt>
                <c:pt idx="96">
                  <c:v>85.4</c:v>
                </c:pt>
                <c:pt idx="97">
                  <c:v>78.9</c:v>
                </c:pt>
                <c:pt idx="98">
                  <c:v>73</c:v>
                </c:pt>
                <c:pt idx="99">
                  <c:v>86.3</c:v>
                </c:pt>
                <c:pt idx="100">
                  <c:v>98.5</c:v>
                </c:pt>
                <c:pt idx="101">
                  <c:v>86.5</c:v>
                </c:pt>
                <c:pt idx="102">
                  <c:v>85.6</c:v>
                </c:pt>
                <c:pt idx="103">
                  <c:v>86.7</c:v>
                </c:pt>
                <c:pt idx="104">
                  <c:v>96.3</c:v>
                </c:pt>
                <c:pt idx="105">
                  <c:v>82.9</c:v>
                </c:pt>
                <c:pt idx="106">
                  <c:v>63.4</c:v>
                </c:pt>
                <c:pt idx="107">
                  <c:v>80.5</c:v>
                </c:pt>
                <c:pt idx="108">
                  <c:v>75.1</c:v>
                </c:pt>
                <c:pt idx="109">
                  <c:v>88.1</c:v>
                </c:pt>
                <c:pt idx="110">
                  <c:v>84.3</c:v>
                </c:pt>
                <c:pt idx="111">
                  <c:v>100</c:v>
                </c:pt>
                <c:pt idx="112">
                  <c:v>96.4</c:v>
                </c:pt>
                <c:pt idx="113">
                  <c:v>80.2</c:v>
                </c:pt>
                <c:pt idx="114">
                  <c:v>79</c:v>
                </c:pt>
                <c:pt idx="115">
                  <c:v>79.7</c:v>
                </c:pt>
                <c:pt idx="116">
                  <c:v>85.8</c:v>
                </c:pt>
                <c:pt idx="117">
                  <c:v>83</c:v>
                </c:pt>
                <c:pt idx="118">
                  <c:v>80.7</c:v>
                </c:pt>
                <c:pt idx="119">
                  <c:v>100</c:v>
                </c:pt>
                <c:pt idx="120">
                  <c:v>76.4</c:v>
                </c:pt>
                <c:pt idx="121">
                  <c:v>86.2</c:v>
                </c:pt>
                <c:pt idx="122">
                  <c:v>95.6</c:v>
                </c:pt>
                <c:pt idx="123">
                  <c:v>71.3</c:v>
                </c:pt>
                <c:pt idx="124">
                  <c:v>84.4</c:v>
                </c:pt>
                <c:pt idx="125">
                  <c:v>73.5</c:v>
                </c:pt>
                <c:pt idx="126">
                  <c:v>68.4</c:v>
                </c:pt>
                <c:pt idx="127">
                  <c:v>79.9</c:v>
                </c:pt>
                <c:pt idx="128">
                  <c:v>91.6</c:v>
                </c:pt>
                <c:pt idx="129">
                  <c:v>83</c:v>
                </c:pt>
                <c:pt idx="130">
                  <c:v>86.3</c:v>
                </c:pt>
                <c:pt idx="131">
                  <c:v>100</c:v>
                </c:pt>
                <c:pt idx="132">
                  <c:v>100</c:v>
                </c:pt>
                <c:pt idx="133">
                  <c:v>70.7</c:v>
                </c:pt>
                <c:pt idx="134">
                  <c:v>84.5</c:v>
                </c:pt>
                <c:pt idx="135">
                  <c:v>84.3</c:v>
                </c:pt>
                <c:pt idx="136">
                  <c:v>95.8</c:v>
                </c:pt>
                <c:pt idx="137">
                  <c:v>74.7</c:v>
                </c:pt>
                <c:pt idx="138">
                  <c:v>76</c:v>
                </c:pt>
                <c:pt idx="139">
                  <c:v>94.6</c:v>
                </c:pt>
                <c:pt idx="140">
                  <c:v>70.8</c:v>
                </c:pt>
                <c:pt idx="141">
                  <c:v>76.5</c:v>
                </c:pt>
                <c:pt idx="142">
                  <c:v>70.7</c:v>
                </c:pt>
                <c:pt idx="143">
                  <c:v>84.5</c:v>
                </c:pt>
                <c:pt idx="144">
                  <c:v>79.6</c:v>
                </c:pt>
                <c:pt idx="145">
                  <c:v>76.9</c:v>
                </c:pt>
                <c:pt idx="146">
                  <c:v>85.9</c:v>
                </c:pt>
                <c:pt idx="147">
                  <c:v>76.2</c:v>
                </c:pt>
                <c:pt idx="148">
                  <c:v>71.6</c:v>
                </c:pt>
                <c:pt idx="149">
                  <c:v>93.1</c:v>
                </c:pt>
                <c:pt idx="150">
                  <c:v>70.4</c:v>
                </c:pt>
                <c:pt idx="151">
                  <c:v>63.7</c:v>
                </c:pt>
                <c:pt idx="152">
                  <c:v>72.1</c:v>
                </c:pt>
                <c:pt idx="153">
                  <c:v>72</c:v>
                </c:pt>
                <c:pt idx="154">
                  <c:v>85.3</c:v>
                </c:pt>
                <c:pt idx="155">
                  <c:v>95.1</c:v>
                </c:pt>
                <c:pt idx="156">
                  <c:v>83.3</c:v>
                </c:pt>
                <c:pt idx="157">
                  <c:v>97.9</c:v>
                </c:pt>
                <c:pt idx="158">
                  <c:v>80.4</c:v>
                </c:pt>
                <c:pt idx="159">
                  <c:v>100</c:v>
                </c:pt>
                <c:pt idx="160">
                  <c:v>80.4</c:v>
                </c:pt>
                <c:pt idx="161">
                  <c:v>71.2</c:v>
                </c:pt>
                <c:pt idx="162">
                  <c:v>97.3</c:v>
                </c:pt>
                <c:pt idx="163">
                  <c:v>59.5</c:v>
                </c:pt>
                <c:pt idx="164">
                  <c:v>89.8</c:v>
                </c:pt>
                <c:pt idx="165">
                  <c:v>97.6</c:v>
                </c:pt>
                <c:pt idx="166">
                  <c:v>69.2</c:v>
                </c:pt>
                <c:pt idx="167">
                  <c:v>67.7</c:v>
                </c:pt>
                <c:pt idx="168">
                  <c:v>100</c:v>
                </c:pt>
                <c:pt idx="169">
                  <c:v>82.6</c:v>
                </c:pt>
                <c:pt idx="170">
                  <c:v>95.1</c:v>
                </c:pt>
                <c:pt idx="171">
                  <c:v>84.8</c:v>
                </c:pt>
                <c:pt idx="172">
                  <c:v>61.7</c:v>
                </c:pt>
                <c:pt idx="173">
                  <c:v>93.9</c:v>
                </c:pt>
                <c:pt idx="174">
                  <c:v>66.6</c:v>
                </c:pt>
                <c:pt idx="175">
                  <c:v>75.6</c:v>
                </c:pt>
                <c:pt idx="176">
                  <c:v>87.6</c:v>
                </c:pt>
                <c:pt idx="177">
                  <c:v>94.3</c:v>
                </c:pt>
                <c:pt idx="178">
                  <c:v>100</c:v>
                </c:pt>
                <c:pt idx="179">
                  <c:v>67.7</c:v>
                </c:pt>
                <c:pt idx="180">
                  <c:v>88.5</c:v>
                </c:pt>
                <c:pt idx="181">
                  <c:v>60.8</c:v>
                </c:pt>
                <c:pt idx="182">
                  <c:v>74.3</c:v>
                </c:pt>
                <c:pt idx="183">
                  <c:v>84.8</c:v>
                </c:pt>
                <c:pt idx="184">
                  <c:v>80.3</c:v>
                </c:pt>
                <c:pt idx="185">
                  <c:v>80.9</c:v>
                </c:pt>
                <c:pt idx="186">
                  <c:v>76.2</c:v>
                </c:pt>
                <c:pt idx="187">
                  <c:v>75.4</c:v>
                </c:pt>
                <c:pt idx="188">
                  <c:v>68.6</c:v>
                </c:pt>
                <c:pt idx="189">
                  <c:v>95.1</c:v>
                </c:pt>
                <c:pt idx="190">
                  <c:v>100</c:v>
                </c:pt>
                <c:pt idx="191">
                  <c:v>100</c:v>
                </c:pt>
                <c:pt idx="192">
                  <c:v>83.6</c:v>
                </c:pt>
                <c:pt idx="193">
                  <c:v>92.5</c:v>
                </c:pt>
                <c:pt idx="194">
                  <c:v>78.5</c:v>
                </c:pt>
                <c:pt idx="195">
                  <c:v>80.1</c:v>
                </c:pt>
                <c:pt idx="196">
                  <c:v>82.8</c:v>
                </c:pt>
                <c:pt idx="197">
                  <c:v>96.1</c:v>
                </c:pt>
                <c:pt idx="198">
                  <c:v>75</c:v>
                </c:pt>
                <c:pt idx="199">
                  <c:v>74.9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78.1</c:v>
                </c:pt>
                <c:pt idx="1">
                  <c:v>73.3</c:v>
                </c:pt>
                <c:pt idx="2">
                  <c:v>73.4</c:v>
                </c:pt>
                <c:pt idx="3">
                  <c:v>91.1</c:v>
                </c:pt>
                <c:pt idx="4">
                  <c:v>88.4</c:v>
                </c:pt>
                <c:pt idx="5">
                  <c:v>70.7</c:v>
                </c:pt>
                <c:pt idx="6">
                  <c:v>93.2</c:v>
                </c:pt>
                <c:pt idx="7">
                  <c:v>73.8</c:v>
                </c:pt>
                <c:pt idx="8">
                  <c:v>72.6</c:v>
                </c:pt>
                <c:pt idx="9">
                  <c:v>65.5</c:v>
                </c:pt>
                <c:pt idx="10">
                  <c:v>88.3</c:v>
                </c:pt>
                <c:pt idx="11">
                  <c:v>78.2</c:v>
                </c:pt>
                <c:pt idx="12">
                  <c:v>97.6</c:v>
                </c:pt>
                <c:pt idx="13">
                  <c:v>77.9</c:v>
                </c:pt>
                <c:pt idx="14">
                  <c:v>84.9</c:v>
                </c:pt>
                <c:pt idx="15">
                  <c:v>73.4</c:v>
                </c:pt>
                <c:pt idx="16">
                  <c:v>76.8</c:v>
                </c:pt>
                <c:pt idx="17">
                  <c:v>91.4</c:v>
                </c:pt>
                <c:pt idx="18">
                  <c:v>61.5</c:v>
                </c:pt>
                <c:pt idx="19">
                  <c:v>82.2</c:v>
                </c:pt>
                <c:pt idx="20">
                  <c:v>77.7</c:v>
                </c:pt>
                <c:pt idx="21">
                  <c:v>85</c:v>
                </c:pt>
                <c:pt idx="22">
                  <c:v>89.4</c:v>
                </c:pt>
                <c:pt idx="23">
                  <c:v>98</c:v>
                </c:pt>
                <c:pt idx="24">
                  <c:v>78.1</c:v>
                </c:pt>
                <c:pt idx="25">
                  <c:v>85.6</c:v>
                </c:pt>
                <c:pt idx="26">
                  <c:v>71.5</c:v>
                </c:pt>
                <c:pt idx="27">
                  <c:v>86.9</c:v>
                </c:pt>
                <c:pt idx="28">
                  <c:v>78.6</c:v>
                </c:pt>
                <c:pt idx="29">
                  <c:v>95.1</c:v>
                </c:pt>
                <c:pt idx="30">
                  <c:v>90.3</c:v>
                </c:pt>
                <c:pt idx="31">
                  <c:v>81.6</c:v>
                </c:pt>
                <c:pt idx="32">
                  <c:v>81.4</c:v>
                </c:pt>
                <c:pt idx="33">
                  <c:v>98.2</c:v>
                </c:pt>
                <c:pt idx="34">
                  <c:v>87.9</c:v>
                </c:pt>
                <c:pt idx="35">
                  <c:v>86</c:v>
                </c:pt>
                <c:pt idx="36">
                  <c:v>86.3</c:v>
                </c:pt>
                <c:pt idx="37">
                  <c:v>89.9</c:v>
                </c:pt>
                <c:pt idx="38">
                  <c:v>82.7</c:v>
                </c:pt>
                <c:pt idx="39">
                  <c:v>88.1</c:v>
                </c:pt>
                <c:pt idx="40">
                  <c:v>81.4</c:v>
                </c:pt>
                <c:pt idx="41">
                  <c:v>80.5</c:v>
                </c:pt>
                <c:pt idx="42">
                  <c:v>101.9</c:v>
                </c:pt>
                <c:pt idx="43">
                  <c:v>77.3</c:v>
                </c:pt>
                <c:pt idx="44">
                  <c:v>89.2</c:v>
                </c:pt>
                <c:pt idx="45">
                  <c:v>77.9</c:v>
                </c:pt>
                <c:pt idx="46">
                  <c:v>78.6</c:v>
                </c:pt>
                <c:pt idx="47">
                  <c:v>91.4</c:v>
                </c:pt>
                <c:pt idx="48">
                  <c:v>94.9</c:v>
                </c:pt>
                <c:pt idx="49">
                  <c:v>86.4</c:v>
                </c:pt>
                <c:pt idx="50">
                  <c:v>77.2</c:v>
                </c:pt>
                <c:pt idx="51">
                  <c:v>85.4</c:v>
                </c:pt>
                <c:pt idx="52">
                  <c:v>85.1</c:v>
                </c:pt>
                <c:pt idx="53">
                  <c:v>77.9</c:v>
                </c:pt>
                <c:pt idx="54">
                  <c:v>78.6</c:v>
                </c:pt>
                <c:pt idx="55">
                  <c:v>90.3</c:v>
                </c:pt>
                <c:pt idx="56">
                  <c:v>71</c:v>
                </c:pt>
                <c:pt idx="57">
                  <c:v>66.1</c:v>
                </c:pt>
                <c:pt idx="58">
                  <c:v>70.1</c:v>
                </c:pt>
                <c:pt idx="59">
                  <c:v>74.5</c:v>
                </c:pt>
                <c:pt idx="60">
                  <c:v>72.7</c:v>
                </c:pt>
                <c:pt idx="61">
                  <c:v>93.1</c:v>
                </c:pt>
                <c:pt idx="62">
                  <c:v>91.3</c:v>
                </c:pt>
                <c:pt idx="63">
                  <c:v>71</c:v>
                </c:pt>
                <c:pt idx="64">
                  <c:v>89.7</c:v>
                </c:pt>
                <c:pt idx="65">
                  <c:v>88</c:v>
                </c:pt>
                <c:pt idx="66">
                  <c:v>93.7</c:v>
                </c:pt>
                <c:pt idx="67">
                  <c:v>75.2</c:v>
                </c:pt>
                <c:pt idx="68">
                  <c:v>81.3</c:v>
                </c:pt>
                <c:pt idx="69">
                  <c:v>95.8</c:v>
                </c:pt>
                <c:pt idx="70">
                  <c:v>77.3</c:v>
                </c:pt>
                <c:pt idx="71">
                  <c:v>86.9</c:v>
                </c:pt>
                <c:pt idx="72">
                  <c:v>81.8</c:v>
                </c:pt>
                <c:pt idx="73">
                  <c:v>87.5</c:v>
                </c:pt>
                <c:pt idx="74">
                  <c:v>87.5</c:v>
                </c:pt>
                <c:pt idx="75">
                  <c:v>74.2</c:v>
                </c:pt>
                <c:pt idx="76">
                  <c:v>88.6</c:v>
                </c:pt>
                <c:pt idx="77">
                  <c:v>94.5</c:v>
                </c:pt>
                <c:pt idx="78">
                  <c:v>72.9</c:v>
                </c:pt>
                <c:pt idx="79">
                  <c:v>73.8</c:v>
                </c:pt>
                <c:pt idx="80">
                  <c:v>82</c:v>
                </c:pt>
                <c:pt idx="81">
                  <c:v>78.2</c:v>
                </c:pt>
                <c:pt idx="82">
                  <c:v>81.4</c:v>
                </c:pt>
                <c:pt idx="83">
                  <c:v>84.4</c:v>
                </c:pt>
                <c:pt idx="84">
                  <c:v>87.6</c:v>
                </c:pt>
                <c:pt idx="85">
                  <c:v>97.2</c:v>
                </c:pt>
                <c:pt idx="86">
                  <c:v>75.1</c:v>
                </c:pt>
                <c:pt idx="87">
                  <c:v>96.3</c:v>
                </c:pt>
                <c:pt idx="88">
                  <c:v>85.6</c:v>
                </c:pt>
                <c:pt idx="89">
                  <c:v>89</c:v>
                </c:pt>
                <c:pt idx="90">
                  <c:v>79.7</c:v>
                </c:pt>
                <c:pt idx="91">
                  <c:v>83.9</c:v>
                </c:pt>
                <c:pt idx="92">
                  <c:v>86.3</c:v>
                </c:pt>
                <c:pt idx="93">
                  <c:v>82.9</c:v>
                </c:pt>
                <c:pt idx="94">
                  <c:v>91.2</c:v>
                </c:pt>
                <c:pt idx="95">
                  <c:v>93</c:v>
                </c:pt>
                <c:pt idx="96">
                  <c:v>80.3</c:v>
                </c:pt>
                <c:pt idx="97">
                  <c:v>87</c:v>
                </c:pt>
                <c:pt idx="98">
                  <c:v>74.9</c:v>
                </c:pt>
                <c:pt idx="99">
                  <c:v>86.5</c:v>
                </c:pt>
                <c:pt idx="100">
                  <c:v>97.8</c:v>
                </c:pt>
                <c:pt idx="101">
                  <c:v>87.7</c:v>
                </c:pt>
                <c:pt idx="102">
                  <c:v>82.7</c:v>
                </c:pt>
                <c:pt idx="103">
                  <c:v>86</c:v>
                </c:pt>
                <c:pt idx="104">
                  <c:v>78.3</c:v>
                </c:pt>
                <c:pt idx="105">
                  <c:v>85.1</c:v>
                </c:pt>
                <c:pt idx="106">
                  <c:v>72</c:v>
                </c:pt>
                <c:pt idx="107">
                  <c:v>84.8</c:v>
                </c:pt>
                <c:pt idx="108">
                  <c:v>71.5</c:v>
                </c:pt>
                <c:pt idx="109">
                  <c:v>75.2</c:v>
                </c:pt>
                <c:pt idx="110">
                  <c:v>82.5</c:v>
                </c:pt>
                <c:pt idx="111">
                  <c:v>102.5</c:v>
                </c:pt>
                <c:pt idx="112">
                  <c:v>94.4</c:v>
                </c:pt>
                <c:pt idx="113">
                  <c:v>82</c:v>
                </c:pt>
                <c:pt idx="114">
                  <c:v>78.7</c:v>
                </c:pt>
                <c:pt idx="115">
                  <c:v>83.6</c:v>
                </c:pt>
                <c:pt idx="116">
                  <c:v>79.9</c:v>
                </c:pt>
                <c:pt idx="117">
                  <c:v>87.8</c:v>
                </c:pt>
                <c:pt idx="118">
                  <c:v>85.6</c:v>
                </c:pt>
                <c:pt idx="119">
                  <c:v>95.5</c:v>
                </c:pt>
                <c:pt idx="120">
                  <c:v>80.1</c:v>
                </c:pt>
                <c:pt idx="121">
                  <c:v>75.1</c:v>
                </c:pt>
                <c:pt idx="122">
                  <c:v>87.8</c:v>
                </c:pt>
                <c:pt idx="123">
                  <c:v>71.9</c:v>
                </c:pt>
                <c:pt idx="124">
                  <c:v>93.9</c:v>
                </c:pt>
                <c:pt idx="125">
                  <c:v>76.6</c:v>
                </c:pt>
                <c:pt idx="126">
                  <c:v>77.2</c:v>
                </c:pt>
                <c:pt idx="127">
                  <c:v>78.9</c:v>
                </c:pt>
                <c:pt idx="128">
                  <c:v>90.9</c:v>
                </c:pt>
                <c:pt idx="129">
                  <c:v>83.9</c:v>
                </c:pt>
                <c:pt idx="130">
                  <c:v>85.5</c:v>
                </c:pt>
                <c:pt idx="131">
                  <c:v>96.8</c:v>
                </c:pt>
                <c:pt idx="132">
                  <c:v>100.7</c:v>
                </c:pt>
                <c:pt idx="133">
                  <c:v>78.4</c:v>
                </c:pt>
                <c:pt idx="134">
                  <c:v>89.9</c:v>
                </c:pt>
                <c:pt idx="135">
                  <c:v>88.2</c:v>
                </c:pt>
                <c:pt idx="136">
                  <c:v>88.8</c:v>
                </c:pt>
                <c:pt idx="137">
                  <c:v>80.5</c:v>
                </c:pt>
                <c:pt idx="138">
                  <c:v>75.8</c:v>
                </c:pt>
                <c:pt idx="139">
                  <c:v>91.9</c:v>
                </c:pt>
                <c:pt idx="140">
                  <c:v>74.7</c:v>
                </c:pt>
                <c:pt idx="141">
                  <c:v>81.5</c:v>
                </c:pt>
                <c:pt idx="142">
                  <c:v>78.7</c:v>
                </c:pt>
                <c:pt idx="143">
                  <c:v>86.7</c:v>
                </c:pt>
                <c:pt idx="144">
                  <c:v>83.4</c:v>
                </c:pt>
                <c:pt idx="145">
                  <c:v>77.3</c:v>
                </c:pt>
                <c:pt idx="146">
                  <c:v>85.4</c:v>
                </c:pt>
                <c:pt idx="147">
                  <c:v>72.7</c:v>
                </c:pt>
                <c:pt idx="148">
                  <c:v>69</c:v>
                </c:pt>
                <c:pt idx="149">
                  <c:v>93.8</c:v>
                </c:pt>
                <c:pt idx="150">
                  <c:v>74.3</c:v>
                </c:pt>
                <c:pt idx="151">
                  <c:v>66.9</c:v>
                </c:pt>
                <c:pt idx="152">
                  <c:v>78.3</c:v>
                </c:pt>
                <c:pt idx="153">
                  <c:v>75.2</c:v>
                </c:pt>
                <c:pt idx="154">
                  <c:v>75.4</c:v>
                </c:pt>
                <c:pt idx="155">
                  <c:v>85.3</c:v>
                </c:pt>
                <c:pt idx="156">
                  <c:v>85</c:v>
                </c:pt>
                <c:pt idx="157">
                  <c:v>83.2</c:v>
                </c:pt>
                <c:pt idx="158">
                  <c:v>86.2</c:v>
                </c:pt>
                <c:pt idx="159">
                  <c:v>102.8</c:v>
                </c:pt>
                <c:pt idx="160">
                  <c:v>77.2</c:v>
                </c:pt>
                <c:pt idx="161">
                  <c:v>69.9</c:v>
                </c:pt>
                <c:pt idx="162">
                  <c:v>98.7</c:v>
                </c:pt>
                <c:pt idx="163">
                  <c:v>79.7</c:v>
                </c:pt>
                <c:pt idx="164">
                  <c:v>84.3</c:v>
                </c:pt>
                <c:pt idx="165">
                  <c:v>83.1</c:v>
                </c:pt>
                <c:pt idx="166">
                  <c:v>68.7</c:v>
                </c:pt>
                <c:pt idx="167">
                  <c:v>76.8</c:v>
                </c:pt>
                <c:pt idx="168">
                  <c:v>95</c:v>
                </c:pt>
                <c:pt idx="169">
                  <c:v>83.2</c:v>
                </c:pt>
                <c:pt idx="170">
                  <c:v>88.2</c:v>
                </c:pt>
                <c:pt idx="171">
                  <c:v>77.5</c:v>
                </c:pt>
                <c:pt idx="172">
                  <c:v>74.9</c:v>
                </c:pt>
                <c:pt idx="173">
                  <c:v>86.6</c:v>
                </c:pt>
                <c:pt idx="174">
                  <c:v>72.5</c:v>
                </c:pt>
                <c:pt idx="175">
                  <c:v>82.9</c:v>
                </c:pt>
                <c:pt idx="176">
                  <c:v>85.1</c:v>
                </c:pt>
                <c:pt idx="177">
                  <c:v>88.1</c:v>
                </c:pt>
                <c:pt idx="178">
                  <c:v>98.5</c:v>
                </c:pt>
                <c:pt idx="179">
                  <c:v>77.5</c:v>
                </c:pt>
                <c:pt idx="180">
                  <c:v>105.6</c:v>
                </c:pt>
                <c:pt idx="181">
                  <c:v>83.9</c:v>
                </c:pt>
                <c:pt idx="182">
                  <c:v>77.5</c:v>
                </c:pt>
                <c:pt idx="183">
                  <c:v>83.8</c:v>
                </c:pt>
                <c:pt idx="184">
                  <c:v>81</c:v>
                </c:pt>
                <c:pt idx="185">
                  <c:v>84</c:v>
                </c:pt>
                <c:pt idx="186">
                  <c:v>75.2</c:v>
                </c:pt>
                <c:pt idx="187">
                  <c:v>79.4</c:v>
                </c:pt>
                <c:pt idx="188">
                  <c:v>74.9</c:v>
                </c:pt>
                <c:pt idx="189">
                  <c:v>86.6</c:v>
                </c:pt>
                <c:pt idx="190">
                  <c:v>92.6</c:v>
                </c:pt>
                <c:pt idx="191">
                  <c:v>104</c:v>
                </c:pt>
                <c:pt idx="192">
                  <c:v>81</c:v>
                </c:pt>
                <c:pt idx="193">
                  <c:v>89.4</c:v>
                </c:pt>
                <c:pt idx="194">
                  <c:v>75.2</c:v>
                </c:pt>
                <c:pt idx="195">
                  <c:v>71.3</c:v>
                </c:pt>
                <c:pt idx="196">
                  <c:v>90</c:v>
                </c:pt>
                <c:pt idx="197">
                  <c:v>92.5</c:v>
                </c:pt>
                <c:pt idx="198">
                  <c:v>78.9</c:v>
                </c:pt>
                <c:pt idx="199">
                  <c:v>77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05"/>
          <c:min val="55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7CEE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7CEE0"/>
                    </a:solidFill>
                    <a:latin typeface="Arial"/>
                  </a:rPr>
                  <a:t>Actual Score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3E5C9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05"/>
          <c:min val="55"/>
        </c:scaling>
        <c:delete val="0"/>
        <c:axPos val="l"/>
        <c:majorGridlines>
          <c:spPr>
            <a:ln w="9525" cap="flat">
              <a:solidFill>
                <a:srgbClr val="223A6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7CEE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7CEE0"/>
                    </a:solidFill>
                    <a:latin typeface="Arial"/>
                  </a:rPr>
                  <a:t>Predicted Score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3E5C9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16233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233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2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3657600" cy="3657600"/>
          </a:xfrm>
          <a:prstGeom prst="ellipse">
            <a:avLst/>
          </a:prstGeom>
          <a:ln w="15875">
            <a:solidFill>
              <a:srgbClr val="3E5C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-365760"/>
            <a:ext cx="2560320" cy="2560320"/>
          </a:xfrm>
          <a:prstGeom prst="ellipse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·  MULTIPLE REGRESSION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45720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final exam scores from study habits, attendance, and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data using a leakage-safe regression pipeline.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0584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SCORE-PREDICTION — MULTIPLE-REGRESSION-MODEL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regression system that turns everyday student habits into a predicted exam outcome.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642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2082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student's final exam score (0–100) from measurable, everyday inputs — before the exam happens.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66928" cy="566928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081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43814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Linear Regression, Random Forest, and Gradient Boosting inside one consistent preprocessing pipeline.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F4F5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498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1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8554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best model behind an interactive Streamlit app for live, no-code predictions.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169164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181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383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950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343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910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 COMPARED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303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5870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R² SCORE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student_performance_dataset.csv — cleaned before modeling to avoid target leakage.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21992" y="15544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21992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95344" y="1554480"/>
            <a:ext cx="1417320" cy="11430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95344" y="1664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895344" y="21945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5C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3649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study_time_hours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307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attendance_percent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965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sleep_hours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62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previous_grade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3649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gender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7307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parental_education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0965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internet_access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4622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extracurricular_activities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828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part_time_job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62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577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final_exam_score (0–100)        </a:t>
            </a:r>
            <a:pPr indent="0" marL="0">
              <a:buNone/>
            </a:pPr>
            <a:r>
              <a:rPr lang="en-US" sz="11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  </a:t>
            </a:r>
            <a:pPr indent="0" marL="0">
              <a:buNone/>
            </a:pPr>
            <a:r>
              <a:rPr lang="en-US" sz="125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(identifier), final_grade (derived from target — leakage)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Modeling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scikit-learn pipeline, from raw CSV to a saved, predict-ready model.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11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11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student_id &amp; final_grade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155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80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380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069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069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(seed 42)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824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49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049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738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3738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(numeric)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(categorical)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93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718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718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407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407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(unknowns ignored)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62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387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387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1076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1076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× 5-fold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83140" y="2103120"/>
            <a:ext cx="1757172" cy="2331720"/>
          </a:xfrm>
          <a:prstGeom prst="roundRect">
            <a:avLst>
              <a:gd name="adj" fmla="val 4683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05694" y="1847088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05694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974580" y="2487168"/>
            <a:ext cx="1574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974580" y="2907792"/>
            <a:ext cx="15742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saved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joblib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250948" y="306781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4117848" y="306781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984748" y="306781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7851648" y="306781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9718548" y="3067812"/>
            <a:ext cx="219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33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ColumnTransformer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14400" y="52852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and categorical branches are transformed independently, then combined —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exact same logic applies at training time and at prediction time.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Three Algorithms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R² on the training set decides the winner.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— best generalization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D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1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360920" y="35204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generalizes best on this dataset — the relationships between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habits and exam score are largely linear, so the simpler model wins.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— Linear Regression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a held-out set of 200 students the model never saw during training.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223A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·  VARIANCE EXPLAINED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16002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223A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·  AVG. POINTS OFF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1600200"/>
            <a:ext cx="3246120" cy="1417320"/>
          </a:xfrm>
          <a:prstGeom prst="roundRect">
            <a:avLst>
              <a:gd name="adj" fmla="val 6452"/>
            </a:avLst>
          </a:prstGeom>
          <a:solidFill>
            <a:srgbClr val="223A6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5420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50" kern="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·  POINTS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— 200 held-out students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611880"/>
          <a:ext cx="70408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863840" y="3611880"/>
            <a:ext cx="3794760" cy="2880360"/>
          </a:xfrm>
          <a:prstGeom prst="roundRect">
            <a:avLst>
              <a:gd name="adj" fmla="val 3175"/>
            </a:avLst>
          </a:prstGeom>
          <a:solidFill>
            <a:srgbClr val="223A6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38160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4224528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cluster tightly along the diagonal — strong agreement with actual scores.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prediction is within ~5 points of the true score.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outliers suggest unmeasured factors (motivation, exam difficulty) still play a role.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Application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served through a five-page app — no code required to get a prediction.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358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and quick orientation for first-time users.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0358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explore the underlying student records.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05740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0358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MAE, RMSE, R² and cross-validation scores.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519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64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Score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30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input → instant final exam score prediction.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4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25196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251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646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2303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Actual-vs-predicted, residuals, and score distribution plots.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standard, well-supported Python data-science toolchain.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8483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208483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1214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087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453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5079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087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453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7947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50792"/>
            <a:ext cx="566928" cy="56692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087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453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PREDICTION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170432"/>
            <a:ext cx="1005840" cy="0"/>
          </a:xfrm>
          <a:prstGeom prst="line">
            <a:avLst/>
          </a:prstGeom>
          <a:noFill/>
          <a:ln w="31750">
            <a:solidFill>
              <a:srgbClr val="C9A2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65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leakage-safe pipeline (dropping ID &amp; derived grade) keeps evaluation honest.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ensemble models — the underlying pattern is largely linear.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0.62 with MAE of ~5 points is a solid, explainable baseline.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 turns the model into a usable, real-time tool.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9659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interaction features (e.g., study time × attendance).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834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for the ensemble models to close the gap.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03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records to stabilize estimates for extreme scorers.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572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Streamlit app for public or classroom use.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223A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62356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github.com/Rohit0847/SCORE-PREDICTION---MULTIPLE-REGRESSION-MODEL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2026-09-27T16:45:04Z</dcterms:created>
  <dcterms:modified xsi:type="dcterms:W3CDTF">2026-09-27T16:45:04Z</dcterms:modified>
</cp:coreProperties>
</file>